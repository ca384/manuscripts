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6"/>
    <p:restoredTop sz="94670"/>
  </p:normalViewPr>
  <p:slideViewPr>
    <p:cSldViewPr snapToGrid="0">
      <p:cViewPr>
        <p:scale>
          <a:sx n="76" d="100"/>
          <a:sy n="76" d="100"/>
        </p:scale>
        <p:origin x="1128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BC7B7-E7A5-6744-8CB2-D41A455650B5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B25608-9360-7A4E-8DA0-CDC1436F67AD}" type="pres">
      <dgm:prSet presAssocID="{58CBC7B7-E7A5-6744-8CB2-D41A455650B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53D500AA-AE00-9A47-9F4C-27730E100B9F}" type="presOf" srcId="{58CBC7B7-E7A5-6744-8CB2-D41A455650B5}" destId="{F7B25608-9360-7A4E-8DA0-CDC1436F67AD}" srcOrd="0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88C9-86B7-EE3C-C05D-ED15FFA2A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8D08F-B6D0-C311-4559-FAB66D37C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F3285-B06B-3A57-7EE3-221B8F51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0724B-233E-6A3B-DD66-794D524C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C13AE-2D18-E49D-6C3D-1D21CFFF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8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263C-5500-F2BE-3D8F-6BFAE5CA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BC359-E38B-7456-2A30-5BB27287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F8CAF-2401-6740-59E6-E5473B13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F1C0D-F6FF-333F-5FAE-8BF249D9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9D1F7-287A-EE91-B846-57557A2C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6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AD1E3-5896-A473-AB47-BC9EAE32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DFD7E-3FBD-EF45-15A1-70EC52548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7D290-95DB-A107-6CD2-B33C160C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EB789-D822-3AF5-D90E-E87BD0DC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FE4E9-F3D1-4E01-7348-7E354A20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3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271F-9B4A-92C2-8B13-179E37BB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3A6AA-5933-0C5A-75D4-106770776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97CF9-FCD0-8DD9-069B-64BBE1C0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805A4-7B24-442A-4870-FC74FFD6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6ABEC-AAAA-33DF-3B99-BC6E9A1A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D17BF-6277-0A66-FEDF-EA667CF4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0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521A-CD2F-0E2F-EB21-8A12278C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9C6EC-088F-CE51-1154-D5989F59B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3D539-29CC-FF6B-6317-1E22A45CF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4EC068-E5BF-F9DF-C52D-58A42E447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ED87A-8F79-DDBB-D36D-2765B405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6B8B4-D8DB-1B7F-8568-B6AA1CBA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CB888C-6B49-D998-82EB-D7812F6F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95DFA-8123-055B-DB21-2001B1B1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8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07EC-37C1-4B89-F7D1-22A60C65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68AAD-2D3F-3CE0-17B5-2463CE3F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595D6-1804-918B-4A7A-193903D9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DDEE1-78D2-4B09-7AB0-C31514E6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4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7B4E2-6002-73B2-FC59-CF63D119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6D7CC-C7E6-5097-02A4-30603F6C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F4C9A-E51B-2040-15E7-1B13EAAC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7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8622-AF6C-BC8A-C0A1-B33046C7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EBF11-20EC-B4D9-AAA1-D029DE2A2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D66B8-65A4-1C5A-EE22-1F85753CC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6CC4F-40E4-600B-F65F-0E3899D8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E18B7-5DF0-755E-252D-318B494E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5B344-753F-F223-A4B5-89234172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0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174D-3862-4555-6A0F-023EB0EC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DEE40-3138-FCC8-04FF-573B67A710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28C4A-49E7-5393-B378-FF3BCE690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1C3C8-7BB2-53C2-047E-0A5FAD37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7DDA9-D430-F58E-F21E-E3C69FB0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64B02-2607-BE55-749C-4D90AD77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5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E7D2-7C8C-B1E9-28D9-999837FF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F4976-109D-E711-8758-7D5B2F11C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D353-4D73-9A85-867C-AB2E3FC5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E7E60-0944-84EC-B432-3410B8D8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FF8CC-6D13-903C-B2DB-6FA96D42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81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A4E2E-F25E-7328-4910-8160C0A9E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AB698-09BD-ABD1-E8CB-BC2884C4F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B539-8B84-892C-A7B0-64303FA0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3EFB5-C8B7-728D-8CB4-9AE5A424C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53F7C-C2CB-AD8F-925A-01FDFD05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6E0E02-C1B7-56CC-F638-59D54DD0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C81CD-6B19-F435-5A7E-DE151730C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9D12-42C0-0EA4-35E2-8699DFDBFC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185BF-F570-D541-95F7-4CB9A469FC50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F4A68-198A-1A6D-BCD4-43D52E8C3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34D5B-C890-5666-FCC2-CA3774FD7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413BD-9219-844D-877B-777E61E55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4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8AC5828-C9C7-BA0B-BEB1-67C807916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282150"/>
              </p:ext>
            </p:extLst>
          </p:nvPr>
        </p:nvGraphicFramePr>
        <p:xfrm>
          <a:off x="1" y="45672"/>
          <a:ext cx="12192000" cy="6812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95B274D-F4A6-4212-5B22-A5C3DD244458}"/>
              </a:ext>
            </a:extLst>
          </p:cNvPr>
          <p:cNvSpPr/>
          <p:nvPr/>
        </p:nvSpPr>
        <p:spPr>
          <a:xfrm>
            <a:off x="1975606" y="2906726"/>
            <a:ext cx="114728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E502FE-F011-E269-A9C2-B165B6277FAB}"/>
              </a:ext>
            </a:extLst>
          </p:cNvPr>
          <p:cNvSpPr/>
          <p:nvPr/>
        </p:nvSpPr>
        <p:spPr>
          <a:xfrm>
            <a:off x="9086241" y="4167107"/>
            <a:ext cx="166081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Translocation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8C2AE2-19D3-93E5-30A5-E96B69C04D81}"/>
              </a:ext>
            </a:extLst>
          </p:cNvPr>
          <p:cNvSpPr/>
          <p:nvPr/>
        </p:nvSpPr>
        <p:spPr>
          <a:xfrm>
            <a:off x="4334634" y="67217"/>
            <a:ext cx="2431228" cy="585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118E7-AA9F-377E-377E-857D99761A8B}"/>
              </a:ext>
            </a:extLst>
          </p:cNvPr>
          <p:cNvSpPr/>
          <p:nvPr/>
        </p:nvSpPr>
        <p:spPr>
          <a:xfrm>
            <a:off x="5949990" y="2899257"/>
            <a:ext cx="139938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Insertion</a:t>
            </a:r>
          </a:p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13CD1B-0B1A-08D3-863A-0C4D4B15E543}"/>
              </a:ext>
            </a:extLst>
          </p:cNvPr>
          <p:cNvSpPr/>
          <p:nvPr/>
        </p:nvSpPr>
        <p:spPr>
          <a:xfrm>
            <a:off x="7497906" y="3966201"/>
            <a:ext cx="107820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Deletion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FC8B55-DEA2-7DEC-8394-9521E40C7D06}"/>
              </a:ext>
            </a:extLst>
          </p:cNvPr>
          <p:cNvSpPr/>
          <p:nvPr/>
        </p:nvSpPr>
        <p:spPr>
          <a:xfrm>
            <a:off x="3411970" y="2872068"/>
            <a:ext cx="212805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Single base substitution/point mutation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F66FAF-09A4-011A-F140-9F830B9B18C8}"/>
              </a:ext>
            </a:extLst>
          </p:cNvPr>
          <p:cNvSpPr/>
          <p:nvPr/>
        </p:nvSpPr>
        <p:spPr>
          <a:xfrm>
            <a:off x="133491" y="2954083"/>
            <a:ext cx="120954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Insertion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4ADA2F-D192-A4ED-105A-0915C368AD35}"/>
              </a:ext>
            </a:extLst>
          </p:cNvPr>
          <p:cNvSpPr/>
          <p:nvPr/>
        </p:nvSpPr>
        <p:spPr>
          <a:xfrm>
            <a:off x="10172811" y="2872068"/>
            <a:ext cx="114849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  <a:p>
            <a:pPr lvl="0" algn="ctr"/>
            <a:r>
              <a:rPr lang="en-US" dirty="0"/>
              <a:t>Inversion</a:t>
            </a:r>
          </a:p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D65CC7-C6C1-C29A-8E5D-5E718A291D7C}"/>
              </a:ext>
            </a:extLst>
          </p:cNvPr>
          <p:cNvSpPr/>
          <p:nvPr/>
        </p:nvSpPr>
        <p:spPr>
          <a:xfrm>
            <a:off x="7441809" y="1222908"/>
            <a:ext cx="243122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Large Scale</a:t>
            </a:r>
          </a:p>
          <a:p>
            <a:pPr algn="ctr"/>
            <a:r>
              <a:rPr lang="en-US" dirty="0"/>
              <a:t>(Whole genome)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A96909-BF1D-165B-9F4E-25F94D56EA4F}"/>
              </a:ext>
            </a:extLst>
          </p:cNvPr>
          <p:cNvSpPr/>
          <p:nvPr/>
        </p:nvSpPr>
        <p:spPr>
          <a:xfrm>
            <a:off x="1148541" y="1270441"/>
            <a:ext cx="243122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Small Scale</a:t>
            </a:r>
          </a:p>
          <a:p>
            <a:pPr algn="ctr"/>
            <a:r>
              <a:rPr lang="en-US" dirty="0"/>
              <a:t>(one or few nucleotide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B43843-C880-23F5-6840-E53C3E51C691}"/>
              </a:ext>
            </a:extLst>
          </p:cNvPr>
          <p:cNvSpPr/>
          <p:nvPr/>
        </p:nvSpPr>
        <p:spPr>
          <a:xfrm>
            <a:off x="3455033" y="5691252"/>
            <a:ext cx="3084947" cy="1022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Mis-sense/ nonsynonymous mutation.</a:t>
            </a:r>
          </a:p>
          <a:p>
            <a:pPr algn="ctr"/>
            <a:r>
              <a:rPr lang="en-US" dirty="0"/>
              <a:t>(new amino acid sequence)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EB627F-7046-EAC1-7A76-A44E82C406BB}"/>
              </a:ext>
            </a:extLst>
          </p:cNvPr>
          <p:cNvSpPr/>
          <p:nvPr/>
        </p:nvSpPr>
        <p:spPr>
          <a:xfrm>
            <a:off x="745070" y="4713469"/>
            <a:ext cx="3418816" cy="897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Silence/ synonymous mutation.</a:t>
            </a:r>
          </a:p>
          <a:p>
            <a:pPr algn="ctr"/>
            <a:r>
              <a:rPr lang="en-US" dirty="0"/>
              <a:t>(no change amino acid sequence)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61C918-33D0-BB57-E21E-F4299B8ACC21}"/>
              </a:ext>
            </a:extLst>
          </p:cNvPr>
          <p:cNvSpPr/>
          <p:nvPr/>
        </p:nvSpPr>
        <p:spPr>
          <a:xfrm>
            <a:off x="4712767" y="4713469"/>
            <a:ext cx="2724104" cy="897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Non-sense</a:t>
            </a:r>
          </a:p>
          <a:p>
            <a:pPr algn="ctr"/>
            <a:r>
              <a:rPr lang="en-US" dirty="0"/>
              <a:t>(Non-functional amino acid)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DDFDB9-A826-9331-20AF-BDA513E320B9}"/>
              </a:ext>
            </a:extLst>
          </p:cNvPr>
          <p:cNvCxnSpPr>
            <a:cxnSpLocks/>
          </p:cNvCxnSpPr>
          <p:nvPr/>
        </p:nvCxnSpPr>
        <p:spPr>
          <a:xfrm>
            <a:off x="5535437" y="652269"/>
            <a:ext cx="0" cy="290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A9A32F-79B0-193E-3B25-9923802F28DB}"/>
              </a:ext>
            </a:extLst>
          </p:cNvPr>
          <p:cNvCxnSpPr>
            <a:cxnSpLocks/>
          </p:cNvCxnSpPr>
          <p:nvPr/>
        </p:nvCxnSpPr>
        <p:spPr>
          <a:xfrm>
            <a:off x="2522085" y="2548594"/>
            <a:ext cx="0" cy="449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BD6F611-87C0-670F-BC2A-600522DE7922}"/>
              </a:ext>
            </a:extLst>
          </p:cNvPr>
          <p:cNvCxnSpPr>
            <a:cxnSpLocks/>
          </p:cNvCxnSpPr>
          <p:nvPr/>
        </p:nvCxnSpPr>
        <p:spPr>
          <a:xfrm>
            <a:off x="420779" y="2529790"/>
            <a:ext cx="0" cy="449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A1AF31-4AFF-86EC-ADB8-C2B3C6C3A358}"/>
              </a:ext>
            </a:extLst>
          </p:cNvPr>
          <p:cNvCxnSpPr>
            <a:cxnSpLocks/>
          </p:cNvCxnSpPr>
          <p:nvPr/>
        </p:nvCxnSpPr>
        <p:spPr>
          <a:xfrm>
            <a:off x="4416867" y="4330393"/>
            <a:ext cx="0" cy="16146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709BD7-8D75-4514-8873-3880FBB13845}"/>
              </a:ext>
            </a:extLst>
          </p:cNvPr>
          <p:cNvCxnSpPr>
            <a:cxnSpLocks/>
          </p:cNvCxnSpPr>
          <p:nvPr/>
        </p:nvCxnSpPr>
        <p:spPr>
          <a:xfrm>
            <a:off x="7862612" y="882525"/>
            <a:ext cx="0" cy="449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DEB1DB-5113-2CC3-D171-E590BC4EC34F}"/>
              </a:ext>
            </a:extLst>
          </p:cNvPr>
          <p:cNvCxnSpPr>
            <a:cxnSpLocks/>
          </p:cNvCxnSpPr>
          <p:nvPr/>
        </p:nvCxnSpPr>
        <p:spPr>
          <a:xfrm>
            <a:off x="8779828" y="2137308"/>
            <a:ext cx="0" cy="377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2E1E49-B0EF-05EA-DE2A-F3CBF585AD31}"/>
              </a:ext>
            </a:extLst>
          </p:cNvPr>
          <p:cNvCxnSpPr>
            <a:cxnSpLocks/>
          </p:cNvCxnSpPr>
          <p:nvPr/>
        </p:nvCxnSpPr>
        <p:spPr>
          <a:xfrm flipH="1">
            <a:off x="6539989" y="2560026"/>
            <a:ext cx="4156411" cy="8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B5B3BB-0E89-FD48-6B0A-40BB1B06B509}"/>
              </a:ext>
            </a:extLst>
          </p:cNvPr>
          <p:cNvCxnSpPr>
            <a:cxnSpLocks/>
          </p:cNvCxnSpPr>
          <p:nvPr/>
        </p:nvCxnSpPr>
        <p:spPr>
          <a:xfrm>
            <a:off x="4416867" y="3821126"/>
            <a:ext cx="0" cy="691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775EF59-6F58-4A16-91C7-471FC3FE1353}"/>
              </a:ext>
            </a:extLst>
          </p:cNvPr>
          <p:cNvCxnSpPr>
            <a:cxnSpLocks/>
          </p:cNvCxnSpPr>
          <p:nvPr/>
        </p:nvCxnSpPr>
        <p:spPr>
          <a:xfrm>
            <a:off x="2523984" y="2137308"/>
            <a:ext cx="0" cy="449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0A8AB6-6239-4A1E-B3B6-48267BCBEBAF}"/>
              </a:ext>
            </a:extLst>
          </p:cNvPr>
          <p:cNvCxnSpPr>
            <a:cxnSpLocks/>
          </p:cNvCxnSpPr>
          <p:nvPr/>
        </p:nvCxnSpPr>
        <p:spPr>
          <a:xfrm>
            <a:off x="2876026" y="981377"/>
            <a:ext cx="0" cy="251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8F85DFA-FEEB-3C9F-2F26-BDB5062E9442}"/>
              </a:ext>
            </a:extLst>
          </p:cNvPr>
          <p:cNvCxnSpPr>
            <a:cxnSpLocks/>
          </p:cNvCxnSpPr>
          <p:nvPr/>
        </p:nvCxnSpPr>
        <p:spPr>
          <a:xfrm>
            <a:off x="6539989" y="2568718"/>
            <a:ext cx="0" cy="385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2ED059-D18A-2667-73F1-4634C17A2D1B}"/>
              </a:ext>
            </a:extLst>
          </p:cNvPr>
          <p:cNvCxnSpPr>
            <a:cxnSpLocks/>
          </p:cNvCxnSpPr>
          <p:nvPr/>
        </p:nvCxnSpPr>
        <p:spPr>
          <a:xfrm flipH="1">
            <a:off x="2876026" y="949226"/>
            <a:ext cx="4986586" cy="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EF163B-BE5F-324E-5E0F-E0C6AE52B52D}"/>
              </a:ext>
            </a:extLst>
          </p:cNvPr>
          <p:cNvCxnSpPr>
            <a:cxnSpLocks/>
          </p:cNvCxnSpPr>
          <p:nvPr/>
        </p:nvCxnSpPr>
        <p:spPr>
          <a:xfrm flipH="1">
            <a:off x="3411970" y="4405919"/>
            <a:ext cx="2123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F752372-9C59-3407-735C-5AC92E0B90FF}"/>
              </a:ext>
            </a:extLst>
          </p:cNvPr>
          <p:cNvCxnSpPr>
            <a:cxnSpLocks/>
          </p:cNvCxnSpPr>
          <p:nvPr/>
        </p:nvCxnSpPr>
        <p:spPr>
          <a:xfrm flipH="1">
            <a:off x="420779" y="2548594"/>
            <a:ext cx="4336832" cy="11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D6529AC-4071-C43E-ECAD-A305182C390E}"/>
              </a:ext>
            </a:extLst>
          </p:cNvPr>
          <p:cNvCxnSpPr>
            <a:cxnSpLocks/>
          </p:cNvCxnSpPr>
          <p:nvPr/>
        </p:nvCxnSpPr>
        <p:spPr>
          <a:xfrm flipH="1">
            <a:off x="4754395" y="2548594"/>
            <a:ext cx="3216" cy="2993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A0DAEA3-B63A-8B88-2291-EFA278CBCC9E}"/>
              </a:ext>
            </a:extLst>
          </p:cNvPr>
          <p:cNvCxnSpPr>
            <a:cxnSpLocks/>
          </p:cNvCxnSpPr>
          <p:nvPr/>
        </p:nvCxnSpPr>
        <p:spPr>
          <a:xfrm>
            <a:off x="3411970" y="4323516"/>
            <a:ext cx="0" cy="332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88768B2-0546-9118-312E-A6F9F87692E1}"/>
              </a:ext>
            </a:extLst>
          </p:cNvPr>
          <p:cNvCxnSpPr>
            <a:cxnSpLocks/>
          </p:cNvCxnSpPr>
          <p:nvPr/>
        </p:nvCxnSpPr>
        <p:spPr>
          <a:xfrm>
            <a:off x="8770742" y="2575611"/>
            <a:ext cx="0" cy="437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FF924B6-D1B1-6FCC-A486-A815B5502A3A}"/>
              </a:ext>
            </a:extLst>
          </p:cNvPr>
          <p:cNvCxnSpPr>
            <a:cxnSpLocks/>
          </p:cNvCxnSpPr>
          <p:nvPr/>
        </p:nvCxnSpPr>
        <p:spPr>
          <a:xfrm>
            <a:off x="9696440" y="2560026"/>
            <a:ext cx="0" cy="1607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DEA0454-6EB8-600B-A13D-0AA88DCC13FF}"/>
              </a:ext>
            </a:extLst>
          </p:cNvPr>
          <p:cNvCxnSpPr>
            <a:cxnSpLocks/>
          </p:cNvCxnSpPr>
          <p:nvPr/>
        </p:nvCxnSpPr>
        <p:spPr>
          <a:xfrm>
            <a:off x="7862612" y="2582505"/>
            <a:ext cx="0" cy="13836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3D915B8-438A-9477-27A0-A582878C109C}"/>
              </a:ext>
            </a:extLst>
          </p:cNvPr>
          <p:cNvCxnSpPr>
            <a:cxnSpLocks/>
          </p:cNvCxnSpPr>
          <p:nvPr/>
        </p:nvCxnSpPr>
        <p:spPr>
          <a:xfrm flipH="1" flipV="1">
            <a:off x="5552359" y="4433828"/>
            <a:ext cx="4938" cy="3840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B94FB407-C921-1107-EE43-84D3E9EBA233}"/>
              </a:ext>
            </a:extLst>
          </p:cNvPr>
          <p:cNvSpPr/>
          <p:nvPr/>
        </p:nvSpPr>
        <p:spPr>
          <a:xfrm>
            <a:off x="8220076" y="2872068"/>
            <a:ext cx="114849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  <a:p>
            <a:pPr lvl="0" algn="ctr"/>
            <a:r>
              <a:rPr lang="en-US" dirty="0"/>
              <a:t>Gene duplication</a:t>
            </a:r>
          </a:p>
          <a:p>
            <a:pPr algn="ctr"/>
            <a:endParaRPr lang="en-US" dirty="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35D5A9C-DE48-8E71-DA6C-FC535899F73F}"/>
              </a:ext>
            </a:extLst>
          </p:cNvPr>
          <p:cNvCxnSpPr>
            <a:cxnSpLocks/>
          </p:cNvCxnSpPr>
          <p:nvPr/>
        </p:nvCxnSpPr>
        <p:spPr>
          <a:xfrm>
            <a:off x="10696400" y="2582505"/>
            <a:ext cx="0" cy="489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017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57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Chinedozi Amaefula</dc:creator>
  <cp:lastModifiedBy>Chinedozi Amaefula</cp:lastModifiedBy>
  <cp:revision>1</cp:revision>
  <dcterms:created xsi:type="dcterms:W3CDTF">2026-09-10T14:27:26Z</dcterms:created>
  <dcterms:modified xsi:type="dcterms:W3CDTF">2026-09-11T10:24:32Z</dcterms:modified>
</cp:coreProperties>
</file>